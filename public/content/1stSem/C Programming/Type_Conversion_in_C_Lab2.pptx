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87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2241" y="2418080"/>
            <a:ext cx="458907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8304E"/>
                </a:solidFill>
              </a:defRPr>
            </a:pPr>
            <a:r>
              <a:rPr sz="4000" dirty="0">
                <a:solidFill>
                  <a:srgbClr val="C00000"/>
                </a:solidFill>
              </a:rPr>
              <a:t>Type Conversion in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52262" y="1313180"/>
            <a:ext cx="344363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D69A5"/>
                </a:solidFill>
              </a:defRPr>
            </a:pPr>
            <a:r>
              <a:rPr sz="4000" b="1" u="sng" dirty="0"/>
              <a:t>C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144768"/>
            <a:ext cx="179728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5F5F"/>
                </a:solidFill>
              </a:defRPr>
            </a:pPr>
            <a:r>
              <a:rPr dirty="0"/>
              <a:t>Prepared by Shiv </a:t>
            </a:r>
            <a:r>
              <a:rPr dirty="0" smtClean="0"/>
              <a:t>Babu</a:t>
            </a:r>
            <a:r>
              <a:rPr lang="en-IN" dirty="0" smtClean="0"/>
              <a:t> Dubey</a:t>
            </a:r>
            <a:r>
              <a:rPr dirty="0"/>
              <a:t/>
            </a:r>
            <a:br>
              <a:rPr dirty="0"/>
            </a:br>
            <a:r>
              <a:rPr dirty="0"/>
              <a:t>Assistant Professor, SCSE Dept.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Type Conversion in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96340"/>
            <a:ext cx="98171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Blip>
                <a:blip r:embed="rId2"/>
              </a:buBlip>
              <a:defRPr sz="2100">
                <a:solidFill>
                  <a:srgbClr val="232323"/>
                </a:solidFill>
              </a:defRPr>
            </a:pPr>
            <a:r>
              <a:rPr lang="en-IN" sz="2800" b="1" dirty="0" smtClean="0">
                <a:solidFill>
                  <a:srgbClr val="C00000"/>
                </a:solidFill>
              </a:rPr>
              <a:t>  Type Conversion:</a:t>
            </a:r>
            <a:r>
              <a:rPr lang="en-IN" sz="2800" dirty="0" smtClean="0"/>
              <a:t> </a:t>
            </a:r>
            <a:r>
              <a:rPr sz="2400" dirty="0" smtClean="0"/>
              <a:t>Type </a:t>
            </a:r>
            <a:r>
              <a:rPr sz="2400" dirty="0"/>
              <a:t>conversion means changing a value from one data type to another</a:t>
            </a:r>
            <a:r>
              <a:rPr sz="2400" dirty="0" smtClean="0"/>
              <a:t>.</a:t>
            </a:r>
            <a:endParaRPr dirty="0"/>
          </a:p>
          <a:p>
            <a:pPr>
              <a:spcAft>
                <a:spcPts val="1200"/>
              </a:spcAft>
              <a:buBlip>
                <a:blip r:embed="rId2"/>
              </a:buBlip>
              <a:defRPr sz="2100">
                <a:solidFill>
                  <a:srgbClr val="232323"/>
                </a:solidFill>
              </a:defRPr>
            </a:pPr>
            <a:r>
              <a:rPr lang="en-US" sz="2800" b="1" dirty="0" smtClean="0">
                <a:solidFill>
                  <a:srgbClr val="C00000"/>
                </a:solidFill>
              </a:rPr>
              <a:t>  Implicit </a:t>
            </a:r>
            <a:r>
              <a:rPr lang="en-US" sz="2800" b="1" dirty="0" smtClean="0">
                <a:solidFill>
                  <a:srgbClr val="C00000"/>
                </a:solidFill>
              </a:rPr>
              <a:t>conversion: </a:t>
            </a:r>
            <a:r>
              <a:rPr dirty="0" smtClean="0"/>
              <a:t> </a:t>
            </a:r>
            <a:r>
              <a:rPr sz="2400" dirty="0" smtClean="0"/>
              <a:t>C </a:t>
            </a:r>
            <a:r>
              <a:rPr sz="2400" dirty="0"/>
              <a:t>automatically converts a value to a suitable type during an expression.</a:t>
            </a:r>
          </a:p>
          <a:p>
            <a:pPr>
              <a:spcAft>
                <a:spcPts val="1200"/>
              </a:spcAft>
              <a:buBlip>
                <a:blip r:embed="rId2"/>
              </a:buBlip>
              <a:defRPr sz="2100">
                <a:solidFill>
                  <a:srgbClr val="232323"/>
                </a:solidFill>
              </a:defRPr>
            </a:pPr>
            <a:r>
              <a:rPr lang="en-IN" sz="2800" b="1" dirty="0" smtClean="0">
                <a:solidFill>
                  <a:srgbClr val="C00000"/>
                </a:solidFill>
              </a:rPr>
              <a:t>  </a:t>
            </a:r>
            <a:r>
              <a:rPr sz="2800" b="1" dirty="0" smtClean="0">
                <a:solidFill>
                  <a:srgbClr val="C00000"/>
                </a:solidFill>
              </a:rPr>
              <a:t>Explicit conversion:</a:t>
            </a:r>
            <a:r>
              <a:rPr dirty="0" smtClean="0"/>
              <a:t> </a:t>
            </a:r>
            <a:r>
              <a:rPr sz="2400" dirty="0" smtClean="0"/>
              <a:t>The </a:t>
            </a:r>
            <a:r>
              <a:rPr sz="2400" dirty="0"/>
              <a:t>programmer manually converts a value using a cast such as (int), (float) or (double</a:t>
            </a:r>
            <a:r>
              <a:rPr sz="2400" dirty="0" smtClean="0"/>
              <a:t>).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347768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1- </a:t>
            </a:r>
            <a:r>
              <a:rPr dirty="0" smtClean="0"/>
              <a:t>Adding </a:t>
            </a:r>
            <a:r>
              <a:rPr dirty="0"/>
              <a:t>Two Integers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int x = 5;</a:t>
            </a:r>
            <a:br/>
            <a:r>
              <a:t>    int y = 9;</a:t>
            </a:r>
            <a:br/>
            <a:r>
              <a:t>    int sum = x + y;</a:t>
            </a:r>
            <a:br/>
            <a:r>
              <a:t/>
            </a:r>
            <a:br/>
            <a:r>
              <a:t>    printf("%d", sum);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09120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2- </a:t>
            </a:r>
            <a:r>
              <a:rPr dirty="0" smtClean="0"/>
              <a:t>Character </a:t>
            </a:r>
            <a:r>
              <a:rPr dirty="0"/>
              <a:t>to Integer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char ch = '5';</a:t>
            </a:r>
            <a:br/>
            <a:r>
              <a:t>    int n = 9;</a:t>
            </a:r>
            <a:br/>
            <a:r>
              <a:t>    int result = ch + n;</a:t>
            </a:r>
            <a:br/>
            <a:r>
              <a:t/>
            </a:r>
            <a:br/>
            <a:r>
              <a:t>    printf("%d", result);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9306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The character '5' is promoted to its integer character code before addition.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74078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3- </a:t>
            </a:r>
            <a:r>
              <a:rPr dirty="0" smtClean="0"/>
              <a:t>Double </a:t>
            </a:r>
            <a:r>
              <a:rPr dirty="0"/>
              <a:t>to Integer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double x = 5.67;</a:t>
            </a:r>
            <a:br/>
            <a:r>
              <a:t>    int n = 9;</a:t>
            </a:r>
            <a:br/>
            <a:r>
              <a:t>    int result = x + n;</a:t>
            </a:r>
            <a:br/>
            <a:r>
              <a:t/>
            </a:r>
            <a:br/>
            <a:r>
              <a:t>    printf("%d", result);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474078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4- </a:t>
            </a:r>
            <a:r>
              <a:rPr dirty="0" smtClean="0"/>
              <a:t>Integer </a:t>
            </a:r>
            <a:r>
              <a:rPr dirty="0"/>
              <a:t>to Double Conversion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double x = 5.67;</a:t>
            </a:r>
            <a:br/>
            <a:r>
              <a:t>    int n = 9;</a:t>
            </a:r>
            <a:br/>
            <a:r>
              <a:t>    double result = x + n;</a:t>
            </a:r>
            <a:br/>
            <a:r>
              <a:t/>
            </a:r>
            <a:br/>
            <a:r>
              <a:t>    printf("%lf", result);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14.670000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Data Type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4880" y="14503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232323"/>
                </a:solidFill>
              </a:defRPr>
            </a:pPr>
            <a:r>
              <a:rPr dirty="0"/>
              <a:t>• long double</a:t>
            </a:r>
          </a:p>
          <a:p>
            <a:pPr>
              <a:spcAft>
                <a:spcPts val="1200"/>
              </a:spcAft>
              <a:defRPr sz="2300">
                <a:solidFill>
                  <a:srgbClr val="232323"/>
                </a:solidFill>
              </a:defRPr>
            </a:pPr>
            <a:r>
              <a:rPr dirty="0"/>
              <a:t>• double</a:t>
            </a:r>
          </a:p>
          <a:p>
            <a:pPr>
              <a:spcAft>
                <a:spcPts val="1200"/>
              </a:spcAft>
              <a:defRPr sz="2300">
                <a:solidFill>
                  <a:srgbClr val="232323"/>
                </a:solidFill>
              </a:defRPr>
            </a:pPr>
            <a:r>
              <a:rPr dirty="0"/>
              <a:t>• float</a:t>
            </a:r>
          </a:p>
          <a:p>
            <a:pPr>
              <a:spcAft>
                <a:spcPts val="1200"/>
              </a:spcAft>
              <a:defRPr sz="2300">
                <a:solidFill>
                  <a:srgbClr val="232323"/>
                </a:solidFill>
              </a:defRPr>
            </a:pPr>
            <a:r>
              <a:rPr dirty="0"/>
              <a:t>• long</a:t>
            </a:r>
          </a:p>
          <a:p>
            <a:pPr>
              <a:spcAft>
                <a:spcPts val="1200"/>
              </a:spcAft>
              <a:defRPr sz="2300">
                <a:solidFill>
                  <a:srgbClr val="232323"/>
                </a:solidFill>
              </a:defRPr>
            </a:pPr>
            <a:r>
              <a:rPr dirty="0"/>
              <a:t>• int</a:t>
            </a:r>
          </a:p>
          <a:p>
            <a:pPr>
              <a:spcAft>
                <a:spcPts val="1200"/>
              </a:spcAft>
              <a:defRPr sz="2300">
                <a:solidFill>
                  <a:srgbClr val="232323"/>
                </a:solidFill>
              </a:defRPr>
            </a:pPr>
            <a:r>
              <a:rPr dirty="0"/>
              <a:t>• short</a:t>
            </a:r>
          </a:p>
          <a:p>
            <a:pPr>
              <a:spcAft>
                <a:spcPts val="1200"/>
              </a:spcAft>
              <a:defRPr sz="2300">
                <a:solidFill>
                  <a:srgbClr val="232323"/>
                </a:solidFill>
              </a:defRPr>
            </a:pPr>
            <a:r>
              <a:rPr dirty="0"/>
              <a:t>• char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2D69A5"/>
                </a:solidFill>
              </a:defRPr>
            </a:pPr>
            <a:r>
              <a:t>During many arithmetic conversions, the lower-ranked type is promoted toward the higher-ranked type.</a:t>
            </a:r>
          </a:p>
        </p:txBody>
      </p:sp>
      <p:sp>
        <p:nvSpPr>
          <p:cNvPr id="7" name="Up Arrow 6"/>
          <p:cNvSpPr/>
          <p:nvPr/>
        </p:nvSpPr>
        <p:spPr>
          <a:xfrm>
            <a:off x="6578600" y="1234440"/>
            <a:ext cx="279400" cy="4036060"/>
          </a:xfrm>
          <a:prstGeom prst="upArrow">
            <a:avLst/>
          </a:prstGeom>
          <a:ln>
            <a:solidFill>
              <a:srgbClr val="FF0000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111500" y="1234440"/>
            <a:ext cx="2717800" cy="40360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728814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5- </a:t>
            </a:r>
            <a:r>
              <a:rPr dirty="0" smtClean="0"/>
              <a:t>Higher </a:t>
            </a:r>
            <a:r>
              <a:rPr dirty="0"/>
              <a:t>Data Type Demoted to Lower Data 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int value = 5.67;</a:t>
            </a:r>
            <a:br/>
            <a:r>
              <a:t/>
            </a:r>
            <a:br/>
            <a:r>
              <a:t>    printf("%d", value);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3464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323"/>
                </a:solidFill>
              </a:defRPr>
            </a:pPr>
            <a:r>
              <a:t>• The fractional part is discarded when the floating-point value is stored in an int.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Explicit Type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• Explicit conversion is performed by the programmer.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• A cast places the target type in parentheses before the expression or value.</a:t>
            </a:r>
          </a:p>
          <a:p>
            <a:pPr>
              <a:spcAft>
                <a:spcPts val="1200"/>
              </a:spcAft>
              <a:defRPr sz="2200">
                <a:solidFill>
                  <a:srgbClr val="232323"/>
                </a:solidFill>
              </a:defRPr>
            </a:pPr>
            <a:r>
              <a:t>• Example: (int)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15872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6- </a:t>
            </a:r>
            <a:r>
              <a:rPr dirty="0" smtClean="0"/>
              <a:t>Convert </a:t>
            </a:r>
            <a:r>
              <a:rPr dirty="0"/>
              <a:t>Double Data Type to 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double x = 5.67;</a:t>
            </a:r>
            <a:br/>
            <a:r>
              <a:t>    int n = 9;</a:t>
            </a:r>
            <a:br/>
            <a:r>
              <a:t>    double result = (int)x + n;</a:t>
            </a:r>
            <a:br/>
            <a:r>
              <a:t/>
            </a:r>
            <a:br/>
            <a:r>
              <a:t>    printf("%lf", result);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14.000000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45809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7- </a:t>
            </a:r>
            <a:r>
              <a:rPr dirty="0" smtClean="0"/>
              <a:t>Change </a:t>
            </a:r>
            <a:r>
              <a:rPr dirty="0"/>
              <a:t>Result Variable Type to 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double x = 5.67;</a:t>
            </a:r>
            <a:br/>
            <a:r>
              <a:t>    int n = 9;</a:t>
            </a:r>
            <a:br/>
            <a:r>
              <a:t>    int result = (int)x + n;</a:t>
            </a:r>
            <a:br/>
            <a:r>
              <a:t/>
            </a:r>
            <a:br/>
            <a:r>
              <a:t>    printf("%d", result);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609769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8- </a:t>
            </a:r>
            <a:r>
              <a:rPr dirty="0" smtClean="0"/>
              <a:t>Change </a:t>
            </a:r>
            <a:r>
              <a:rPr dirty="0"/>
              <a:t>Result Variable Type to Double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int x = 9;</a:t>
            </a:r>
            <a:br/>
            <a:r>
              <a:t>    int y = 2;</a:t>
            </a:r>
            <a:br/>
            <a:r>
              <a:t>    double result = x / y;</a:t>
            </a:r>
            <a:br/>
            <a:r>
              <a:t/>
            </a:r>
            <a:br/>
            <a:r>
              <a:t>    printf("%lf", result);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4.000000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346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Changing only the result variable to double does not change the integer division already performed.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572733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rPr lang="en-IN" dirty="0" smtClean="0"/>
              <a:t>9- </a:t>
            </a:r>
            <a:r>
              <a:rPr dirty="0" smtClean="0"/>
              <a:t>Division </a:t>
            </a:r>
            <a:r>
              <a:rPr dirty="0"/>
              <a:t>by Converting Int to Double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6949440" cy="4983480"/>
          </a:xfrm>
          <a:prstGeom prst="roundRect">
            <a:avLst/>
          </a:prstGeom>
          <a:solidFill>
            <a:srgbClr val="F7F9FB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64922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#include &lt;stdio.h&gt;</a:t>
            </a:r>
            <a:br/>
            <a:r>
              <a:t/>
            </a:r>
            <a:br/>
            <a:r>
              <a:t>int main() {</a:t>
            </a:r>
            <a:br/>
            <a:r>
              <a:t>    int x = 9;</a:t>
            </a:r>
            <a:br/>
            <a:r>
              <a:t>    int y = 2;</a:t>
            </a:r>
            <a:br/>
            <a:r>
              <a:t>    double result = (double)x / y;</a:t>
            </a:r>
            <a:br/>
            <a:r>
              <a:t/>
            </a:r>
            <a:br/>
            <a:r>
              <a:t>    printf("%lf", result);</a:t>
            </a:r>
            <a:br/>
            <a:r>
              <a:t>    return 0;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383280" cy="1371600"/>
          </a:xfrm>
          <a:prstGeom prst="roundRect">
            <a:avLst/>
          </a:prstGeom>
          <a:solidFill>
            <a:srgbClr val="EBF7EF"/>
          </a:solidFill>
          <a:ln>
            <a:solidFill>
              <a:srgbClr val="2A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1618488"/>
            <a:ext cx="3017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A7D4E"/>
                </a:solidFill>
              </a:defRPr>
            </a:pPr>
            <a:r>
              <a:t>Output</a:t>
            </a:r>
          </a:p>
          <a:p>
            <a:pPr>
              <a:defRPr sz="1800">
                <a:solidFill>
                  <a:srgbClr val="232323"/>
                </a:solidFill>
                <a:latin typeface="Consolas"/>
              </a:defRPr>
            </a:pPr>
            <a:r>
              <a:t>4.500000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83464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32323"/>
                </a:solidFill>
              </a:defRPr>
            </a:pPr>
            <a:r>
              <a:t>• Casting one operand to double makes the division a floating-point operation.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100584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What is the value of result?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int result = '8' + 12;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1. 20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2. 68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3. Error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4. 12650</a:t>
            </a:r>
          </a:p>
          <a:p>
            <a:pPr>
              <a:spcAft>
                <a:spcPts val="1200"/>
              </a:spcAft>
              <a:defRPr sz="2100">
                <a:solidFill>
                  <a:srgbClr val="232323"/>
                </a:solidFill>
              </a:defRPr>
            </a:pPr>
            <a:r>
              <a:rPr dirty="0"/>
              <a:t>• </a:t>
            </a:r>
            <a:r>
              <a:rPr lang="en-IN" b="1" dirty="0" smtClean="0"/>
              <a:t>Hint: </a:t>
            </a:r>
            <a:r>
              <a:rPr lang="en-IN" dirty="0" smtClean="0"/>
              <a:t>The char value i.e ‘8’ will be first converted to its integer ASCII value then addition is performed.</a:t>
            </a:r>
            <a:endParaRPr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380</Words>
  <Application>Microsoft Office PowerPoint</Application>
  <PresentationFormat>Custom</PresentationFormat>
  <Paragraphs>68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shiv dubey</cp:lastModifiedBy>
  <cp:revision>17</cp:revision>
  <dcterms:created xsi:type="dcterms:W3CDTF">2013-01-27T09:14:16Z</dcterms:created>
  <dcterms:modified xsi:type="dcterms:W3CDTF">2026-09-01T04:30:41Z</dcterms:modified>
  <cp:category/>
</cp:coreProperties>
</file>